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23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29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337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61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7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4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033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91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0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968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840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4543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364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720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558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92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855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19BA16C-FC61-480B-9513-0D4A00DE55BA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0C39BD9-60B4-4B89-AA09-3F4402DA4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279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DEBD-522E-E8A2-3875-7C6007D38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67149"/>
            <a:ext cx="8689976" cy="757083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BIO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62A4B-8B63-AC1C-472A-BA8FBD388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394" y="1278194"/>
            <a:ext cx="9467594" cy="428686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NAME- </a:t>
            </a:r>
            <a:r>
              <a:rPr lang="en-IN" sz="2800" dirty="0" err="1">
                <a:solidFill>
                  <a:schemeClr val="accent6">
                    <a:lumMod val="50000"/>
                  </a:schemeClr>
                </a:solidFill>
              </a:rPr>
              <a:t>neha</a:t>
            </a:r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 Jaiswal</a:t>
            </a:r>
          </a:p>
          <a:p>
            <a:pPr algn="l"/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BIRTH NAME-</a:t>
            </a:r>
            <a:r>
              <a:rPr lang="en-IN" sz="2800" dirty="0" err="1">
                <a:solidFill>
                  <a:schemeClr val="accent6">
                    <a:lumMod val="50000"/>
                  </a:schemeClr>
                </a:solidFill>
              </a:rPr>
              <a:t>SHIvANI</a:t>
            </a:r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 JAISWAL</a:t>
            </a:r>
          </a:p>
          <a:p>
            <a:pPr algn="l"/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BIRTH-DATE-06.08.2001</a:t>
            </a:r>
          </a:p>
          <a:p>
            <a:pPr algn="l"/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BIRTH-PLACE-</a:t>
            </a:r>
            <a:r>
              <a:rPr lang="en-IN" sz="2800" dirty="0" err="1">
                <a:solidFill>
                  <a:schemeClr val="accent6">
                    <a:lumMod val="50000"/>
                  </a:schemeClr>
                </a:solidFill>
              </a:rPr>
              <a:t>KHARGONe</a:t>
            </a:r>
            <a:endParaRPr lang="en-IN" sz="2800" dirty="0">
              <a:solidFill>
                <a:schemeClr val="accent6">
                  <a:lumMod val="50000"/>
                </a:schemeClr>
              </a:solidFill>
            </a:endParaRPr>
          </a:p>
          <a:p>
            <a:pPr algn="l"/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BIRTH-TIME-5.44PM</a:t>
            </a:r>
          </a:p>
          <a:p>
            <a:pPr algn="l"/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HEIGHT-5.4</a:t>
            </a:r>
          </a:p>
          <a:p>
            <a:pPr algn="l"/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EDUCATION-BMLT. COMPLETED</a:t>
            </a:r>
          </a:p>
          <a:p>
            <a:pPr algn="l"/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OCCUPATION-PROFESSOR IN PARAMEDICAL COLLAGE KHARGONE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A36709-571D-C72F-C495-A6A80AABA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906" y="530942"/>
            <a:ext cx="3230700" cy="410988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5039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5DB8-3767-C933-DD7F-AC9E304B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22788"/>
            <a:ext cx="10364451" cy="644013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FAMILY BACKGROUND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30613-84A8-8A1A-3A53-7B5E111C3D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09368"/>
            <a:ext cx="10363826" cy="458183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FATHER’S NAME-MR.BHUPENDRA JAISWAL</a:t>
            </a:r>
          </a:p>
          <a:p>
            <a:pPr marL="0" indent="0">
              <a:buNone/>
            </a:pPr>
            <a:r>
              <a:rPr lang="en-IN" dirty="0"/>
              <a:t>Occupation-business</a:t>
            </a:r>
          </a:p>
          <a:p>
            <a:pPr marL="0" indent="0">
              <a:buNone/>
            </a:pPr>
            <a:r>
              <a:rPr lang="en-IN" dirty="0"/>
              <a:t>MOTHER’S NAME- </a:t>
            </a:r>
            <a:r>
              <a:rPr lang="en-IN" dirty="0" err="1"/>
              <a:t>MRs.ARCHANA</a:t>
            </a:r>
            <a:r>
              <a:rPr lang="en-IN" dirty="0"/>
              <a:t> JAISWAL</a:t>
            </a:r>
          </a:p>
          <a:p>
            <a:pPr marL="0" indent="0">
              <a:buNone/>
            </a:pPr>
            <a:r>
              <a:rPr lang="en-IN" dirty="0"/>
              <a:t>Occupation-housewife</a:t>
            </a:r>
          </a:p>
          <a:p>
            <a:pPr marL="0" indent="0">
              <a:buNone/>
            </a:pPr>
            <a:r>
              <a:rPr lang="en-IN" dirty="0" err="1"/>
              <a:t>Brother’name-kartik</a:t>
            </a:r>
            <a:r>
              <a:rPr lang="en-IN" dirty="0"/>
              <a:t> Jaiswal(</a:t>
            </a:r>
            <a:r>
              <a:rPr lang="en-IN" dirty="0" err="1"/>
              <a:t>b.tech</a:t>
            </a:r>
            <a:r>
              <a:rPr lang="en-IN" dirty="0"/>
              <a:t> pursuing in </a:t>
            </a:r>
            <a:r>
              <a:rPr lang="en-IN" dirty="0" err="1"/>
              <a:t>medicaps</a:t>
            </a:r>
            <a:r>
              <a:rPr lang="en-IN" dirty="0"/>
              <a:t> university </a:t>
            </a:r>
            <a:r>
              <a:rPr lang="en-IN" dirty="0" err="1"/>
              <a:t>indore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mamaji-dedgaon</a:t>
            </a:r>
            <a:r>
              <a:rPr lang="en-IN" dirty="0"/>
              <a:t> &amp; </a:t>
            </a:r>
            <a:r>
              <a:rPr lang="en-IN" dirty="0" err="1"/>
              <a:t>bhaNgAON</a:t>
            </a:r>
            <a:r>
              <a:rPr lang="en-IN" dirty="0"/>
              <a:t> (BORAWA)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3">
                    <a:lumMod val="75000"/>
                  </a:schemeClr>
                </a:solidFill>
              </a:rPr>
              <a:t>Contact and address</a:t>
            </a:r>
          </a:p>
          <a:p>
            <a:pPr marL="0" indent="0">
              <a:buNone/>
            </a:pPr>
            <a:r>
              <a:rPr lang="en-IN" dirty="0"/>
              <a:t>Address-</a:t>
            </a:r>
            <a:r>
              <a:rPr lang="en-IN" dirty="0" err="1"/>
              <a:t>kartik</a:t>
            </a:r>
            <a:r>
              <a:rPr lang="en-IN" dirty="0"/>
              <a:t> general store </a:t>
            </a:r>
            <a:r>
              <a:rPr lang="en-IN" dirty="0" err="1"/>
              <a:t>premnagar</a:t>
            </a:r>
            <a:r>
              <a:rPr lang="en-IN" dirty="0"/>
              <a:t> </a:t>
            </a:r>
            <a:r>
              <a:rPr lang="en-IN" dirty="0" err="1"/>
              <a:t>sanawad</a:t>
            </a:r>
            <a:r>
              <a:rPr lang="en-IN" dirty="0"/>
              <a:t> road Khargone </a:t>
            </a:r>
            <a:r>
              <a:rPr lang="en-IN" dirty="0" err="1"/>
              <a:t>m.p.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Contact no.-9977571990,9131947248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34580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42</TotalTime>
  <Words>72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Droplet</vt:lpstr>
      <vt:lpstr>BIO DATA</vt:lpstr>
      <vt:lpstr>FAMILY BACKGROUND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bhupendraj143@gmail.com</dc:creator>
  <cp:lastModifiedBy>bhupendraj143@gmail.com</cp:lastModifiedBy>
  <cp:revision>1</cp:revision>
  <dcterms:created xsi:type="dcterms:W3CDTF">2025-10-20T04:26:18Z</dcterms:created>
  <dcterms:modified xsi:type="dcterms:W3CDTF">2025-10-20T05:09:01Z</dcterms:modified>
</cp:coreProperties>
</file>